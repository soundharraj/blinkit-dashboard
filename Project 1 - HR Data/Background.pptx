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Diagonal Corner Rectangle 4"/>
          <p:cNvSpPr/>
          <p:nvPr/>
        </p:nvSpPr>
        <p:spPr>
          <a:xfrm>
            <a:off x="2342515" y="693420"/>
            <a:ext cx="9838690" cy="6154420"/>
          </a:xfrm>
          <a:prstGeom prst="round2Diag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>
              <a:ln>
                <a:noFill/>
              </a:ln>
              <a:noFill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1087100" y="5932170"/>
            <a:ext cx="1094105" cy="915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GB" altLang="en-US">
              <a:ln>
                <a:noFill/>
              </a:ln>
              <a:sym typeface="+mn-ea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814955" y="826770"/>
            <a:ext cx="9311640" cy="965835"/>
          </a:xfrm>
          <a:prstGeom prst="round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Soundharraj</cp:lastModifiedBy>
  <cp:revision>3</cp:revision>
  <dcterms:created xsi:type="dcterms:W3CDTF">2025-01-29T11:48:00Z</dcterms:created>
  <dcterms:modified xsi:type="dcterms:W3CDTF">2025-01-30T12:12:12Z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331482711AF340228B7DA9AAFCDF86C7_11</vt:lpwstr>
  </property>
  <property fmtid="{D5CDD505-2E9C-101B-9397-08002B2CF9AE}" pid="3" name="KSOProductBuildVer">
    <vt:lpwstr>2057-12.2.0.19821</vt:lpwstr>
  </property>
</Properties>
</file>